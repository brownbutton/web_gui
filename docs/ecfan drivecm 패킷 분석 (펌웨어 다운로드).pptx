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2" autoAdjust="0"/>
  </p:normalViewPr>
  <p:slideViewPr>
    <p:cSldViewPr snapToGrid="0">
      <p:cViewPr>
        <p:scale>
          <a:sx n="125" d="100"/>
          <a:sy n="125" d="100"/>
        </p:scale>
        <p:origin x="-702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EF0BD-F304-5B3E-99F2-B9F8480D7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AE69-CF15-D500-3723-74A2D57EB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47F579-1674-EC1D-709F-3A0EEAB3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D8602-6551-9D57-4504-B2477D74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E01F05-FCF0-668D-70B9-E59A32EC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96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2ADE9-2DF4-DB9A-F8CA-2B7E7E53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5A6621-151A-1AC3-13E2-60152E914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73730D-F03C-3DD3-700D-7EF0F492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CF2E35-604A-4408-CC9D-CDF6479A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41FCF3-3DFA-9CAA-BF04-649CA6B4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52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7B82A-891E-F21B-2D17-A2EA538F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F8CA6C-D428-3088-AD42-C77CD3AC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97C487-64CD-DDDB-F80E-838D6095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D90D6-8F1E-AF96-DCFE-A2EBDE3E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E5B48-417A-A4C7-0F76-8FDC47D6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80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5F808-B5C7-64AA-6E10-9B431466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EE7BC-773E-F8D2-4423-6D297B722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2AF4E9-112F-4326-E77C-60A04CAC2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DB8B5F-77E9-616E-B10F-A601BBAC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031769-C50B-88C1-EDD9-A191891F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19B6A8-F162-9477-B704-E6D85B58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38027-85E8-718F-94AA-81F01BAC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071550-A800-B3C2-BA5C-5CF8C0BCA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FA2E98-7112-C9B0-3A4C-CA4C25902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B265C1-DCAF-2429-44E1-BA6D39D1B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18EAF1-8200-8378-0DBB-062844FBF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D7E77D-397D-36D2-6DF4-0BEFC6F6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E4746B-F4E5-B0D1-0329-90151159E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14D4BF-B92B-690A-6BAC-4E140DC8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99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6BBEA-8E81-031A-2E7D-C10C8F59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E46219-918A-8EED-A418-0646F347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CA3D61-2B87-F3D8-CB82-6BA7B935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7B9E69-A4BA-BB28-29FE-5F32F574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46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C64BFD-AB0D-3AE7-2FF9-606D12E3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7D8F67-4151-020E-D9A7-DC770948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55876-6F30-FFCF-0D4B-B3429714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37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9BD36-864B-DC34-7CB9-DFEC9859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CF3E7-FA08-DE93-FA28-94E5E908B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A934BA-FCE7-B4F0-2A13-9BB0B8CE1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FDEEF-3EBE-9853-F455-40C3A921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A7D5B-CF4B-49DD-C368-F825CC9E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9096DA-4DB1-6A26-B7A1-BA42B401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4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01C6A-DDF9-1CC3-5D49-C6D1E951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7384A2-F25B-E703-A1D1-F1B64E4C9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4173A1-3E3A-C4CE-55B0-7DA61B06A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7B5E45-6FC4-B983-5466-C5F74DA8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029FD4-81C8-974B-3E68-BECFE39B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71545B-4218-6DC7-150D-6CC0A7DA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07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FF974-FBCF-DEF0-719C-E0A1E23A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557D9D-E9A7-C808-9AB1-ADDB02736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FE202-031A-11A1-427E-58933BB39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046A3-81F3-AE01-E087-1A5D0C4D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A1A4E-B31F-8667-392D-9C51A199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38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D658D5-66A9-95CE-BF70-83B2FE929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F3A247-6B5B-410C-E4C4-86164533F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1B2C51-208A-3F94-E288-520E6429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E774F-105E-5D86-61FB-0FB20979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E14F96-D04C-3BD0-D9A0-D9DCE0FA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86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6A446B-C883-D11D-4406-DD3276BC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3C5D38-FD4E-1246-0665-7CE5DE29C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270D9F-CAAF-16A9-3D72-CB4D0CB3C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C7100-E6F8-456D-B910-55A8CEAB0A3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53536-9290-062D-1BAB-8E3CEB305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7494DA-F4B9-9FC0-4E0E-6CF450778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50D43-0A79-413A-BCBD-AB2BCC7E2E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70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918FAC-21F8-DD75-3AEB-601C49BB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43" y="0"/>
            <a:ext cx="83885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32455A-03C7-80FB-3815-F42461C1C24C}"/>
              </a:ext>
            </a:extLst>
          </p:cNvPr>
          <p:cNvSpPr txBox="1"/>
          <p:nvPr/>
        </p:nvSpPr>
        <p:spPr>
          <a:xfrm>
            <a:off x="0" y="0"/>
            <a:ext cx="143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inverter </a:t>
            </a:r>
            <a:r>
              <a:rPr lang="en-US" altLang="ko-KR" dirty="0" err="1"/>
              <a:t>usb</a:t>
            </a:r>
            <a:endParaRPr lang="en-US" altLang="ko-KR" dirty="0"/>
          </a:p>
          <a:p>
            <a:r>
              <a:rPr lang="ko-KR" altLang="en-US" dirty="0"/>
              <a:t>꺼짐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94FCA5-26E3-6510-F850-34CF753B9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501" y="0"/>
            <a:ext cx="8388577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775AB-E85B-1C00-249A-B88E398ADC69}"/>
              </a:ext>
            </a:extLst>
          </p:cNvPr>
          <p:cNvSpPr/>
          <p:nvPr/>
        </p:nvSpPr>
        <p:spPr>
          <a:xfrm>
            <a:off x="2508285" y="923636"/>
            <a:ext cx="11264920" cy="6096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F48E5A-13ED-18C6-9F7F-B543FEA3ADD9}"/>
              </a:ext>
            </a:extLst>
          </p:cNvPr>
          <p:cNvSpPr/>
          <p:nvPr/>
        </p:nvSpPr>
        <p:spPr>
          <a:xfrm>
            <a:off x="2508285" y="1784780"/>
            <a:ext cx="11264920" cy="12022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98CD5C-F6E4-60CE-820F-B52D763B09F8}"/>
              </a:ext>
            </a:extLst>
          </p:cNvPr>
          <p:cNvSpPr/>
          <p:nvPr/>
        </p:nvSpPr>
        <p:spPr>
          <a:xfrm>
            <a:off x="2508285" y="2102858"/>
            <a:ext cx="11264920" cy="26439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28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32455A-03C7-80FB-3815-F42461C1C24C}"/>
              </a:ext>
            </a:extLst>
          </p:cNvPr>
          <p:cNvSpPr txBox="1"/>
          <p:nvPr/>
        </p:nvSpPr>
        <p:spPr>
          <a:xfrm>
            <a:off x="0" y="0"/>
            <a:ext cx="143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inverter </a:t>
            </a:r>
            <a:r>
              <a:rPr lang="en-US" altLang="ko-KR" dirty="0" err="1"/>
              <a:t>usb</a:t>
            </a:r>
            <a:endParaRPr lang="en-US" altLang="ko-KR" dirty="0"/>
          </a:p>
          <a:p>
            <a:r>
              <a:rPr lang="ko-KR" altLang="en-US" dirty="0"/>
              <a:t>꺼짐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094B4D-B834-44A2-F832-D88F8D34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11" y="0"/>
            <a:ext cx="8388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7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32455A-03C7-80FB-3815-F42461C1C24C}"/>
              </a:ext>
            </a:extLst>
          </p:cNvPr>
          <p:cNvSpPr txBox="1"/>
          <p:nvPr/>
        </p:nvSpPr>
        <p:spPr>
          <a:xfrm>
            <a:off x="0" y="0"/>
            <a:ext cx="143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inverter </a:t>
            </a:r>
            <a:r>
              <a:rPr lang="en-US" altLang="ko-KR" dirty="0" err="1"/>
              <a:t>usb</a:t>
            </a:r>
            <a:endParaRPr lang="en-US" altLang="ko-KR" dirty="0"/>
          </a:p>
          <a:p>
            <a:r>
              <a:rPr lang="ko-KR" altLang="en-US" dirty="0"/>
              <a:t>전원 </a:t>
            </a:r>
            <a:r>
              <a:rPr lang="ko-KR" altLang="en-US" dirty="0" err="1"/>
              <a:t>껏다킴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233D79-AE69-8A57-036D-7B33BE7A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11" y="0"/>
            <a:ext cx="8388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9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32455A-03C7-80FB-3815-F42461C1C24C}"/>
              </a:ext>
            </a:extLst>
          </p:cNvPr>
          <p:cNvSpPr txBox="1"/>
          <p:nvPr/>
        </p:nvSpPr>
        <p:spPr>
          <a:xfrm>
            <a:off x="0" y="0"/>
            <a:ext cx="143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 </a:t>
            </a:r>
            <a:r>
              <a:rPr lang="en-US" altLang="ko-KR" dirty="0" err="1"/>
              <a:t>usb</a:t>
            </a:r>
            <a:endParaRPr lang="en-US" altLang="ko-KR" dirty="0"/>
          </a:p>
          <a:p>
            <a:r>
              <a:rPr lang="ko-KR" altLang="en-US" dirty="0"/>
              <a:t>전원 </a:t>
            </a:r>
            <a:r>
              <a:rPr lang="ko-KR" altLang="en-US" dirty="0" err="1"/>
              <a:t>껏다킴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6438CE-100D-DD33-420A-6597A2A1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11" y="0"/>
            <a:ext cx="8388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6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E5200F-B5F5-A70F-4EC8-22CBB7D89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745" y="0"/>
            <a:ext cx="838650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836915-5B1A-F515-6765-2300F3FFB505}"/>
              </a:ext>
            </a:extLst>
          </p:cNvPr>
          <p:cNvSpPr txBox="1"/>
          <p:nvPr/>
        </p:nvSpPr>
        <p:spPr>
          <a:xfrm>
            <a:off x="0" y="0"/>
            <a:ext cx="143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 </a:t>
            </a:r>
            <a:r>
              <a:rPr lang="en-US" altLang="ko-KR" dirty="0" err="1"/>
              <a:t>usb</a:t>
            </a:r>
            <a:endParaRPr lang="en-US" altLang="ko-KR" dirty="0"/>
          </a:p>
          <a:p>
            <a:r>
              <a:rPr lang="ko-KR" altLang="en-US" dirty="0"/>
              <a:t>전원 </a:t>
            </a:r>
            <a:r>
              <a:rPr lang="ko-KR" altLang="en-US" dirty="0" err="1"/>
              <a:t>껏다킴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07710-8014-C4C2-325A-B040600D1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733" y="2404919"/>
            <a:ext cx="292458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8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F599DA-EFF4-2101-ECB2-44ABF820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11" y="0"/>
            <a:ext cx="8388577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3B460D1-880C-13B0-1E60-91D1A176E41B}"/>
              </a:ext>
            </a:extLst>
          </p:cNvPr>
          <p:cNvSpPr/>
          <p:nvPr/>
        </p:nvSpPr>
        <p:spPr>
          <a:xfrm>
            <a:off x="1901711" y="1184564"/>
            <a:ext cx="8388577" cy="4727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971060-AFC7-1570-7435-9AA51BB98E2B}"/>
              </a:ext>
            </a:extLst>
          </p:cNvPr>
          <p:cNvSpPr/>
          <p:nvPr/>
        </p:nvSpPr>
        <p:spPr>
          <a:xfrm>
            <a:off x="1901711" y="2111664"/>
            <a:ext cx="8388577" cy="4727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83FEFC-FA51-72C9-D443-EABCC54D7909}"/>
              </a:ext>
            </a:extLst>
          </p:cNvPr>
          <p:cNvSpPr/>
          <p:nvPr/>
        </p:nvSpPr>
        <p:spPr>
          <a:xfrm>
            <a:off x="1901711" y="3069244"/>
            <a:ext cx="8388577" cy="4727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06BF37-1FCD-A745-C409-772AB257EE83}"/>
              </a:ext>
            </a:extLst>
          </p:cNvPr>
          <p:cNvSpPr/>
          <p:nvPr/>
        </p:nvSpPr>
        <p:spPr>
          <a:xfrm>
            <a:off x="1901711" y="4013662"/>
            <a:ext cx="8388577" cy="4727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64D8B-4B1F-5B1D-6489-F5072785C470}"/>
              </a:ext>
            </a:extLst>
          </p:cNvPr>
          <p:cNvSpPr/>
          <p:nvPr/>
        </p:nvSpPr>
        <p:spPr>
          <a:xfrm>
            <a:off x="1901711" y="4959235"/>
            <a:ext cx="8388577" cy="4727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D30C3D-661E-6ACE-ECA7-EB17C5E6AB85}"/>
              </a:ext>
            </a:extLst>
          </p:cNvPr>
          <p:cNvSpPr/>
          <p:nvPr/>
        </p:nvSpPr>
        <p:spPr>
          <a:xfrm>
            <a:off x="1901711" y="5904807"/>
            <a:ext cx="8388577" cy="47278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3734750-3C44-B8BD-89FA-C32B7757A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191" y="-4801292"/>
            <a:ext cx="8388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63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와이드스크린</PresentationFormat>
  <Paragraphs>10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2025-12-08T11:46:07Z</dcterms:created>
  <dcterms:modified xsi:type="dcterms:W3CDTF">2025-12-08T11:46:19Z</dcterms:modified>
</cp:coreProperties>
</file>