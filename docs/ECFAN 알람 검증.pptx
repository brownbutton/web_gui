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62" r:id="rId5"/>
    <p:sldId id="267" r:id="rId6"/>
    <p:sldId id="260" r:id="rId7"/>
    <p:sldId id="261" r:id="rId8"/>
    <p:sldId id="258" r:id="rId9"/>
    <p:sldId id="259" r:id="rId10"/>
    <p:sldId id="264" r:id="rId11"/>
    <p:sldId id="268" r:id="rId12"/>
    <p:sldId id="263" r:id="rId13"/>
    <p:sldId id="25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rror 0x10 IPM fault" id="{77FA8556-9915-48B3-8440-101A0EE29CCD}">
          <p14:sldIdLst>
            <p14:sldId id="256"/>
          </p14:sldIdLst>
        </p14:section>
        <p14:section name="Error 0x11 IPM Over temperature" id="{3D57C344-80B8-4D5E-9305-D96B0848A09E}">
          <p14:sldIdLst>
            <p14:sldId id="266"/>
          </p14:sldIdLst>
        </p14:section>
        <p14:section name="Error 0x14 over current" id="{1DEF8E4B-A6C5-4A51-900F-39447CE8220E}">
          <p14:sldIdLst/>
        </p14:section>
        <p14:section name="Error 0x15 current offset" id="{DE80463A-940D-46C4-B0E9-52AF357EDEF2}">
          <p14:sldIdLst/>
        </p14:section>
        <p14:section name="Error 0x17 IPM Low temperature" id="{257B5F59-F3A7-448E-88FF-6C09C7821602}">
          <p14:sldIdLst/>
        </p14:section>
        <p14:section name="Error 0x22 drive temperature 1" id="{FC743B1B-8850-4231-A831-0126AFACCED4}">
          <p14:sldIdLst>
            <p14:sldId id="265"/>
          </p14:sldIdLst>
        </p14:section>
        <p14:section name="Error 0x24 motor cable open" id="{AF9F640B-70BF-45C4-B91B-FEA6FB6E5E14}">
          <p14:sldIdLst>
            <p14:sldId id="262"/>
          </p14:sldIdLst>
        </p14:section>
        <p14:section name="Error 0x25 drive temperature 2" id="{54F16821-491D-4A1A-9725-B7CBA1FEAA8B}">
          <p14:sldIdLst>
            <p14:sldId id="267"/>
          </p14:sldIdLst>
        </p14:section>
        <p14:section name="Error 0x2A motor circuit abnormality" id="{EB457D28-A9A1-4AA7-AF90-B84E131A6D43}">
          <p14:sldIdLst/>
        </p14:section>
        <p14:section name="Error 0x36 Sinusoidal encoder amplitude is too low" id="{FCD60DE5-BAE1-48C9-98C8-CBB2062042AA}">
          <p14:sldIdLst>
            <p14:sldId id="260"/>
          </p14:sldIdLst>
        </p14:section>
        <p14:section name="Error 0x37 Sinusoidal encoder amplitude is too high" id="{E7C2F306-642E-4BBE-BE30-3AFAE5242C9C}">
          <p14:sldIdLst>
            <p14:sldId id="261"/>
          </p14:sldIdLst>
        </p14:section>
        <p14:section name="Error 0x40 under voltage" id="{AB879A43-78A3-470C-8B87-C0E650A4356C}">
          <p14:sldIdLst>
            <p14:sldId id="258"/>
          </p14:sldIdLst>
        </p14:section>
        <p14:section name="Error 0x41 over voltage" id="{8400E028-0687-4615-86AB-DEF12C945DB8}">
          <p14:sldIdLst>
            <p14:sldId id="259"/>
          </p14:sldIdLst>
        </p14:section>
        <p14:section name="Error 0x42 rst power fail" id="{1FC1AD66-8819-486B-9993-249E4D640BB9}">
          <p14:sldIdLst>
            <p14:sldId id="264"/>
          </p14:sldIdLst>
        </p14:section>
        <p14:section name="Error 0x50 over speed limit" id="{BB4E5ADB-F99C-4418-BB48-04CF4EF1305D}">
          <p14:sldIdLst>
            <p14:sldId id="268"/>
          </p14:sldIdLst>
        </p14:section>
        <p14:section name="Error 0x53 excessive speed deviation" id="{2D0FAD16-C444-47DB-B50C-EFC926E92385}">
          <p14:sldIdLst>
            <p14:sldId id="263"/>
          </p14:sldIdLst>
        </p14:section>
        <p14:section name="Error 0x58 motor shaft is Blocked" id="{0ACCD946-E976-4325-B8A7-1B3480C247FA}">
          <p14:sldIdLst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567" autoAdjust="0"/>
    <p:restoredTop sz="94660"/>
  </p:normalViewPr>
  <p:slideViewPr>
    <p:cSldViewPr snapToGrid="0">
      <p:cViewPr>
        <p:scale>
          <a:sx n="100" d="100"/>
          <a:sy n="100" d="100"/>
        </p:scale>
        <p:origin x="19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38EA5-CDEC-9406-1E17-7EF92F43B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96A930-4964-FBF6-F54E-FB0AD753D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D3ACCA-CEAF-80EC-8B4E-65F736B3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6A6545-7B28-7AF6-FE76-1D56EA3C5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8E406-D074-3D0D-C38C-2B60D79F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90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A99797-6769-E39C-34FE-8DF2868C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D35439-8177-EF23-3360-F0F57ED09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C69AE1-DEDA-EEC0-52AC-6EC55E0D4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53B1FB-9763-1CDE-3D58-A85CD968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EEED0-74C2-7DB3-0AC7-B809B6EE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38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1F083-D57B-A4DE-18B7-3AD0325E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96649-B6F5-723C-4F8B-256574F35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693BDF-97CE-DE7C-2764-866498414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30EF-570F-36A4-0BE0-20E16A0DC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35E7A5-6889-F554-F787-706E2F84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26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F92A8-880C-766C-766B-2A92E969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6EFEF-89B5-7C67-4703-B02ECD56E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21D0F2-0FB8-ACCF-DB80-BD0E78882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85A7FF-CD50-F033-54F1-4CE6EA21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E3641F-8BB8-C54E-A9F1-77D652D4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F137-3126-B516-DBB5-5ACE0485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70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7CAB3-B945-7B34-2EF3-0BFAA04E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C40085-4F06-5F7D-EB87-8B8636A7A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2EB7EA-BD86-FC6F-EFE0-510E18ED4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AB509C-A82E-482A-9F0C-EB42CCF86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E38957-5BC1-8590-BD3E-89BE85A39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446F60-9FD4-06E4-33A6-C810CBE1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7169D5-E88D-EFC9-3B84-AD96DB34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87162B-3665-0AA7-99BE-2A57354E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51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1DB06-3940-D7F2-F25C-37507F27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20A40E-1B8F-5504-0061-F899897F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74E940-E107-9267-FB8B-02CD06C42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5F728C-561B-6DE3-530D-33F7DE25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46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4A7FFF-26E7-6D5F-0392-7D76C4B0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2C5EE3C-738D-F5A6-8A34-0BD39A7C9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45DB4-D206-3C3F-5AF2-F3284F3D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D374B-EC58-83AA-9A5D-0B0D13F87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0FD00-BC3E-4FA7-3C8E-802F125B0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EB36EB-1482-F041-B495-ABA69F284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8E6D48-8609-7A96-77D3-6D807F58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85E570-0FC6-602E-0F47-E1681649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159098-21FC-AA6C-E5D6-08E947275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9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A7B32-43F4-4E82-9515-455E711C1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7AB6E6-6138-34D7-A640-735B4B9F5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E6DCAC-01B3-F4CE-2F3E-167BA390EE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FE8904-1FD5-3916-BB76-87841F8F1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9FF071-B665-2D5F-6888-E6E99378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25F4E0-5630-90E0-4FF7-EA5FBC5F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41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56EFF8-2CAD-BAE6-6023-8AC496C26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44B4F3-8B48-EE2F-5F8F-8B5976FAE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5C2205-7513-B4C2-54D7-DC2F57A7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0CFAB2-DC73-8D4C-C018-4D9250F9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CC7E63-2D60-3F56-FDAB-719BCA74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98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B1EF9B-C796-04DA-D81E-754133D86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08A842-3965-42FB-AEEC-0ADF91D6B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32C7CC-4F90-A115-828C-B96F3F96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21229B-6A48-77A2-EA18-A3E27534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05E32A-BCDA-C306-F13F-B2B7A856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07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CE5BB6-06AD-7BD1-6874-B7D41F4F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52A3B7-3F54-0E46-24B7-89AFFA002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72D61C-6BC6-9C5B-7772-F6DF389288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BC967-E8C3-4E3E-9428-ADE8EE573609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4542D-9035-6754-324F-6446F3DDF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1F11E9-ED77-1216-A7CC-E24013542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2A651-5E20-4B38-82B3-4B53A91493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43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1C677-DE41-2BA7-0F80-142E6EF3E2D9}"/>
              </a:ext>
            </a:extLst>
          </p:cNvPr>
          <p:cNvSpPr txBox="1"/>
          <p:nvPr/>
        </p:nvSpPr>
        <p:spPr>
          <a:xfrm>
            <a:off x="251927" y="289249"/>
            <a:ext cx="2312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IPM Fault </a:t>
            </a:r>
            <a:r>
              <a:rPr lang="ko-KR" altLang="en-US" dirty="0"/>
              <a:t>핀 쇼트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98904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6C6AD17-E81E-016E-265F-9A8512FEAE27}"/>
              </a:ext>
            </a:extLst>
          </p:cNvPr>
          <p:cNvSpPr txBox="1"/>
          <p:nvPr/>
        </p:nvSpPr>
        <p:spPr>
          <a:xfrm>
            <a:off x="251927" y="289249"/>
            <a:ext cx="5822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열풍기를 활용하여 </a:t>
            </a:r>
            <a:r>
              <a:rPr lang="en-US" altLang="ko-KR" dirty="0"/>
              <a:t>IPM</a:t>
            </a:r>
            <a:r>
              <a:rPr lang="ko-KR" altLang="en-US" dirty="0"/>
              <a:t>온도를 </a:t>
            </a:r>
            <a:r>
              <a:rPr lang="en-US" altLang="ko-KR" dirty="0"/>
              <a:t>105</a:t>
            </a:r>
            <a:r>
              <a:rPr lang="ko-KR" altLang="en-US" dirty="0"/>
              <a:t>도 이상으로 가열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1804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6C6AD17-E81E-016E-265F-9A8512FEAE27}"/>
              </a:ext>
            </a:extLst>
          </p:cNvPr>
          <p:cNvSpPr txBox="1"/>
          <p:nvPr/>
        </p:nvSpPr>
        <p:spPr>
          <a:xfrm>
            <a:off x="251927" y="289249"/>
            <a:ext cx="6457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열풍기를 활용하여 </a:t>
            </a:r>
            <a:r>
              <a:rPr lang="en-US" altLang="ko-KR" dirty="0"/>
              <a:t>main </a:t>
            </a:r>
            <a:r>
              <a:rPr lang="en-US" altLang="ko-KR" dirty="0" err="1"/>
              <a:t>mcu</a:t>
            </a:r>
            <a:r>
              <a:rPr lang="ko-KR" altLang="en-US" dirty="0"/>
              <a:t>온도를 </a:t>
            </a:r>
            <a:r>
              <a:rPr lang="en-US" altLang="ko-KR" dirty="0"/>
              <a:t>105</a:t>
            </a:r>
            <a:r>
              <a:rPr lang="ko-KR" altLang="en-US" dirty="0"/>
              <a:t>도 이상으로 가열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37015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4804B2-025C-9AF6-45F5-336830325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35" y="2230016"/>
            <a:ext cx="5695019" cy="37322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90A84C7-9543-0183-CE5E-EB0F6B069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254" y="2230016"/>
            <a:ext cx="5839566" cy="3732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17891D-414B-AA46-FB7D-91DDB21AEE14}"/>
              </a:ext>
            </a:extLst>
          </p:cNvPr>
          <p:cNvSpPr txBox="1"/>
          <p:nvPr/>
        </p:nvSpPr>
        <p:spPr>
          <a:xfrm>
            <a:off x="8349455" y="63074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구동시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DD192E-85B9-7076-6DA8-22E8546FD810}"/>
              </a:ext>
            </a:extLst>
          </p:cNvPr>
          <p:cNvSpPr txBox="1"/>
          <p:nvPr/>
        </p:nvSpPr>
        <p:spPr>
          <a:xfrm>
            <a:off x="2200006" y="6307494"/>
            <a:ext cx="1641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auto tuning</a:t>
            </a:r>
            <a:r>
              <a:rPr lang="ko-KR" altLang="en-US" dirty="0"/>
              <a:t>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C6AD17-E81E-016E-265F-9A8512FEAE27}"/>
              </a:ext>
            </a:extLst>
          </p:cNvPr>
          <p:cNvSpPr txBox="1"/>
          <p:nvPr/>
        </p:nvSpPr>
        <p:spPr>
          <a:xfrm>
            <a:off x="251927" y="289249"/>
            <a:ext cx="7031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모터 케이블 </a:t>
            </a:r>
            <a:r>
              <a:rPr lang="ko-KR" altLang="en-US" dirty="0" err="1"/>
              <a:t>미연결</a:t>
            </a:r>
            <a:r>
              <a:rPr lang="ko-KR" altLang="en-US" dirty="0"/>
              <a:t> 상태에서</a:t>
            </a:r>
            <a:r>
              <a:rPr lang="en-US" altLang="ko-KR" dirty="0"/>
              <a:t>, </a:t>
            </a:r>
            <a:r>
              <a:rPr lang="ko-KR" altLang="en-US" dirty="0"/>
              <a:t>구동 </a:t>
            </a:r>
            <a:r>
              <a:rPr lang="ko-KR" altLang="en-US" dirty="0" err="1"/>
              <a:t>명령시</a:t>
            </a:r>
            <a:r>
              <a:rPr lang="ko-KR" altLang="en-US" dirty="0"/>
              <a:t> 알람 발생 여부 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24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6C6AD17-E81E-016E-265F-9A8512FEAE27}"/>
              </a:ext>
            </a:extLst>
          </p:cNvPr>
          <p:cNvSpPr txBox="1"/>
          <p:nvPr/>
        </p:nvSpPr>
        <p:spPr>
          <a:xfrm>
            <a:off x="251927" y="289249"/>
            <a:ext cx="6457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열풍기를 활용하여 </a:t>
            </a:r>
            <a:r>
              <a:rPr lang="en-US" altLang="ko-KR" dirty="0"/>
              <a:t>main </a:t>
            </a:r>
            <a:r>
              <a:rPr lang="en-US" altLang="ko-KR" dirty="0" err="1"/>
              <a:t>mcu</a:t>
            </a:r>
            <a:r>
              <a:rPr lang="ko-KR" altLang="en-US" dirty="0"/>
              <a:t>온도를 </a:t>
            </a:r>
            <a:r>
              <a:rPr lang="en-US" altLang="ko-KR" dirty="0"/>
              <a:t>105</a:t>
            </a:r>
            <a:r>
              <a:rPr lang="ko-KR" altLang="en-US" dirty="0"/>
              <a:t>도 이상으로 가열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647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45B1A-5FEC-BCC1-5379-87BDDBEAA96C}"/>
              </a:ext>
            </a:extLst>
          </p:cNvPr>
          <p:cNvSpPr txBox="1"/>
          <p:nvPr/>
        </p:nvSpPr>
        <p:spPr>
          <a:xfrm>
            <a:off x="251927" y="289249"/>
            <a:ext cx="8177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Hall </a:t>
            </a:r>
            <a:r>
              <a:rPr lang="ko-KR" altLang="en-US" dirty="0"/>
              <a:t>신호의 </a:t>
            </a:r>
            <a:r>
              <a:rPr lang="en-US" altLang="ko-KR" dirty="0"/>
              <a:t>Amplitude</a:t>
            </a:r>
            <a:r>
              <a:rPr lang="ko-KR" altLang="en-US" dirty="0"/>
              <a:t>값이 </a:t>
            </a:r>
            <a:r>
              <a:rPr lang="en-US" altLang="ko-KR" dirty="0"/>
              <a:t>500(</a:t>
            </a:r>
            <a:r>
              <a:rPr lang="ko-KR" altLang="en-US" dirty="0"/>
              <a:t>알람 발생 레벨</a:t>
            </a:r>
            <a:r>
              <a:rPr lang="en-US" altLang="ko-KR" dirty="0"/>
              <a:t>)</a:t>
            </a:r>
            <a:r>
              <a:rPr lang="ko-KR" altLang="en-US" dirty="0"/>
              <a:t>이하에서 발생하는지 확인</a:t>
            </a:r>
            <a:r>
              <a:rPr lang="en-US" altLang="ko-KR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DE59A0-7F57-C28D-B182-42E8FB5CC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587" y="935580"/>
            <a:ext cx="9141078" cy="589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5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45B1A-5FEC-BCC1-5379-87BDDBEAA96C}"/>
              </a:ext>
            </a:extLst>
          </p:cNvPr>
          <p:cNvSpPr txBox="1"/>
          <p:nvPr/>
        </p:nvSpPr>
        <p:spPr>
          <a:xfrm>
            <a:off x="251927" y="289249"/>
            <a:ext cx="830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Hall </a:t>
            </a:r>
            <a:r>
              <a:rPr lang="ko-KR" altLang="en-US" dirty="0"/>
              <a:t>신호의 </a:t>
            </a:r>
            <a:r>
              <a:rPr lang="en-US" altLang="ko-KR" dirty="0"/>
              <a:t>Amplitude</a:t>
            </a:r>
            <a:r>
              <a:rPr lang="ko-KR" altLang="en-US" dirty="0"/>
              <a:t>값이 </a:t>
            </a:r>
            <a:r>
              <a:rPr lang="en-US" altLang="ko-KR" dirty="0"/>
              <a:t>2400(</a:t>
            </a:r>
            <a:r>
              <a:rPr lang="ko-KR" altLang="en-US" dirty="0"/>
              <a:t>알람 발생 레벨</a:t>
            </a:r>
            <a:r>
              <a:rPr lang="en-US" altLang="ko-KR" dirty="0"/>
              <a:t>)</a:t>
            </a:r>
            <a:r>
              <a:rPr lang="ko-KR" altLang="en-US" dirty="0"/>
              <a:t>이상에서 발생하는지 확인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79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45B1A-5FEC-BCC1-5379-87BDDBEAA96C}"/>
              </a:ext>
            </a:extLst>
          </p:cNvPr>
          <p:cNvSpPr txBox="1"/>
          <p:nvPr/>
        </p:nvSpPr>
        <p:spPr>
          <a:xfrm>
            <a:off x="251927" y="289249"/>
            <a:ext cx="111107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슬라이닥스를</a:t>
            </a:r>
            <a:r>
              <a:rPr lang="ko-KR" altLang="en-US" dirty="0"/>
              <a:t> 활용하여</a:t>
            </a:r>
            <a:r>
              <a:rPr lang="en-US" altLang="ko-KR" dirty="0"/>
              <a:t>, DC Link </a:t>
            </a:r>
            <a:r>
              <a:rPr lang="ko-KR" altLang="en-US" dirty="0"/>
              <a:t>전압을 </a:t>
            </a:r>
            <a:r>
              <a:rPr lang="en-US" altLang="ko-KR" dirty="0"/>
              <a:t>322.4V(</a:t>
            </a:r>
            <a:r>
              <a:rPr lang="ko-KR" altLang="en-US" dirty="0"/>
              <a:t>알람 발생 레벨</a:t>
            </a:r>
            <a:r>
              <a:rPr lang="en-US" altLang="ko-KR" dirty="0"/>
              <a:t>) </a:t>
            </a:r>
            <a:r>
              <a:rPr lang="ko-KR" altLang="en-US" dirty="0"/>
              <a:t>이하로 낮춘 뒤</a:t>
            </a:r>
            <a:r>
              <a:rPr lang="en-US" altLang="ko-KR" dirty="0"/>
              <a:t>, </a:t>
            </a:r>
            <a:r>
              <a:rPr lang="ko-KR" altLang="en-US" dirty="0"/>
              <a:t>알람 발생하는지 확인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알람 발생 후</a:t>
            </a:r>
            <a:r>
              <a:rPr lang="en-US" altLang="ko-KR" dirty="0"/>
              <a:t>, </a:t>
            </a:r>
            <a:r>
              <a:rPr lang="ko-KR" altLang="en-US" dirty="0"/>
              <a:t>다시 </a:t>
            </a:r>
            <a:r>
              <a:rPr lang="en-US" altLang="ko-KR" dirty="0"/>
              <a:t>DC Link </a:t>
            </a:r>
            <a:r>
              <a:rPr lang="ko-KR" altLang="en-US" dirty="0"/>
              <a:t>전압을 </a:t>
            </a:r>
            <a:r>
              <a:rPr lang="en-US" altLang="ko-KR" dirty="0"/>
              <a:t>352.1V(</a:t>
            </a:r>
            <a:r>
              <a:rPr lang="ko-KR" altLang="en-US" dirty="0"/>
              <a:t>알람 해제 레벨</a:t>
            </a:r>
            <a:r>
              <a:rPr lang="en-US" altLang="ko-KR" dirty="0"/>
              <a:t>)</a:t>
            </a:r>
            <a:r>
              <a:rPr lang="ko-KR" altLang="en-US" dirty="0"/>
              <a:t>이상으로 </a:t>
            </a:r>
            <a:r>
              <a:rPr lang="ko-KR" altLang="en-US" dirty="0" err="1"/>
              <a:t>높힌</a:t>
            </a:r>
            <a:r>
              <a:rPr lang="ko-KR" altLang="en-US" dirty="0"/>
              <a:t> 뒤</a:t>
            </a:r>
            <a:r>
              <a:rPr lang="en-US" altLang="ko-KR" dirty="0"/>
              <a:t>,</a:t>
            </a:r>
            <a:r>
              <a:rPr lang="ko-KR" altLang="en-US" dirty="0"/>
              <a:t> 알람이 해제되는지 확인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378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045B1A-5FEC-BCC1-5379-87BDDBEAA96C}"/>
              </a:ext>
            </a:extLst>
          </p:cNvPr>
          <p:cNvSpPr txBox="1"/>
          <p:nvPr/>
        </p:nvSpPr>
        <p:spPr>
          <a:xfrm>
            <a:off x="251927" y="289249"/>
            <a:ext cx="11341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슬라이닥스를</a:t>
            </a:r>
            <a:r>
              <a:rPr lang="ko-KR" altLang="en-US" dirty="0"/>
              <a:t> 활용하여</a:t>
            </a:r>
            <a:r>
              <a:rPr lang="en-US" altLang="ko-KR" dirty="0"/>
              <a:t>, DC Link </a:t>
            </a:r>
            <a:r>
              <a:rPr lang="ko-KR" altLang="en-US" dirty="0"/>
              <a:t>전압을 </a:t>
            </a:r>
            <a:r>
              <a:rPr lang="en-US" altLang="ko-KR" dirty="0"/>
              <a:t>781.0V(</a:t>
            </a:r>
            <a:r>
              <a:rPr lang="ko-KR" altLang="en-US" dirty="0"/>
              <a:t>알람 발생 레벨</a:t>
            </a:r>
            <a:r>
              <a:rPr lang="en-US" altLang="ko-KR" dirty="0"/>
              <a:t>) </a:t>
            </a:r>
            <a:r>
              <a:rPr lang="ko-KR" altLang="en-US" dirty="0"/>
              <a:t>이상으로 </a:t>
            </a:r>
            <a:r>
              <a:rPr lang="ko-KR" altLang="en-US" dirty="0" err="1"/>
              <a:t>높힌</a:t>
            </a:r>
            <a:r>
              <a:rPr lang="ko-KR" altLang="en-US" dirty="0"/>
              <a:t> 뒤</a:t>
            </a:r>
            <a:r>
              <a:rPr lang="en-US" altLang="ko-KR" dirty="0"/>
              <a:t>, </a:t>
            </a:r>
            <a:r>
              <a:rPr lang="ko-KR" altLang="en-US" dirty="0"/>
              <a:t>알람 발생하는지 확인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알람 발생 후</a:t>
            </a:r>
            <a:r>
              <a:rPr lang="en-US" altLang="ko-KR" dirty="0"/>
              <a:t>, </a:t>
            </a:r>
            <a:r>
              <a:rPr lang="ko-KR" altLang="en-US" dirty="0"/>
              <a:t>다시 </a:t>
            </a:r>
            <a:r>
              <a:rPr lang="en-US" altLang="ko-KR" dirty="0"/>
              <a:t>DC Link </a:t>
            </a:r>
            <a:r>
              <a:rPr lang="ko-KR" altLang="en-US" dirty="0"/>
              <a:t>전압을 </a:t>
            </a:r>
            <a:r>
              <a:rPr lang="en-US" altLang="ko-KR" dirty="0"/>
              <a:t>761.0V(</a:t>
            </a:r>
            <a:r>
              <a:rPr lang="ko-KR" altLang="en-US" dirty="0"/>
              <a:t>알람 해제 레벨</a:t>
            </a:r>
            <a:r>
              <a:rPr lang="en-US" altLang="ko-KR" dirty="0"/>
              <a:t>)</a:t>
            </a:r>
            <a:r>
              <a:rPr lang="ko-KR" altLang="en-US" dirty="0"/>
              <a:t>이하로 낮춘 뒤</a:t>
            </a:r>
            <a:r>
              <a:rPr lang="en-US" altLang="ko-KR" dirty="0"/>
              <a:t>,</a:t>
            </a:r>
            <a:r>
              <a:rPr lang="ko-KR" altLang="en-US" dirty="0"/>
              <a:t> 알람이 해제되는지 확인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220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8D36D4-6775-CE25-140A-0F76B95BEEC4}"/>
              </a:ext>
            </a:extLst>
          </p:cNvPr>
          <p:cNvSpPr txBox="1"/>
          <p:nvPr/>
        </p:nvSpPr>
        <p:spPr>
          <a:xfrm>
            <a:off x="251927" y="289249"/>
            <a:ext cx="4554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- RST </a:t>
            </a:r>
            <a:r>
              <a:rPr lang="ko-KR" altLang="en-US" dirty="0"/>
              <a:t>상중 한상을 </a:t>
            </a:r>
            <a:r>
              <a:rPr lang="ko-KR" altLang="en-US" dirty="0" err="1"/>
              <a:t>결상</a:t>
            </a:r>
            <a:r>
              <a:rPr lang="ko-KR" altLang="en-US" dirty="0"/>
              <a:t> 한 채로 전원 인가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998E3C0-3FCC-1886-EF61-C1B2F8808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915" y="1765357"/>
            <a:ext cx="3822351" cy="23113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05DB85D-0CA7-7517-B906-0A58C8130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625" y="1975739"/>
            <a:ext cx="3822351" cy="21009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925EC9-858B-EBDC-2C0B-094A79C7FD7B}"/>
              </a:ext>
            </a:extLst>
          </p:cNvPr>
          <p:cNvSpPr txBox="1"/>
          <p:nvPr/>
        </p:nvSpPr>
        <p:spPr>
          <a:xfrm>
            <a:off x="809625" y="4495800"/>
            <a:ext cx="1316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4</a:t>
            </a:r>
            <a:r>
              <a:rPr lang="ko-KR" altLang="en-US" dirty="0" err="1"/>
              <a:t>번핀</a:t>
            </a:r>
            <a:r>
              <a:rPr lang="ko-KR" altLang="en-US" dirty="0"/>
              <a:t> </a:t>
            </a:r>
            <a:r>
              <a:rPr lang="ko-KR" altLang="en-US" dirty="0" err="1"/>
              <a:t>결상</a:t>
            </a:r>
            <a:endParaRPr lang="en-US" altLang="ko-KR" dirty="0"/>
          </a:p>
          <a:p>
            <a:pPr algn="ctr"/>
            <a:r>
              <a:rPr lang="ko-KR" altLang="en-US" dirty="0"/>
              <a:t>전원 </a:t>
            </a:r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F14B-2DA5-DD6C-7707-FCF4CDC602DF}"/>
              </a:ext>
            </a:extLst>
          </p:cNvPr>
          <p:cNvSpPr txBox="1"/>
          <p:nvPr/>
        </p:nvSpPr>
        <p:spPr>
          <a:xfrm>
            <a:off x="4806379" y="4495800"/>
            <a:ext cx="1316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3</a:t>
            </a:r>
            <a:r>
              <a:rPr lang="ko-KR" altLang="en-US" dirty="0" err="1"/>
              <a:t>번핀</a:t>
            </a:r>
            <a:r>
              <a:rPr lang="ko-KR" altLang="en-US" dirty="0"/>
              <a:t> </a:t>
            </a:r>
            <a:r>
              <a:rPr lang="ko-KR" altLang="en-US" dirty="0" err="1"/>
              <a:t>결상</a:t>
            </a:r>
            <a:endParaRPr lang="en-US" altLang="ko-KR" dirty="0"/>
          </a:p>
          <a:p>
            <a:pPr algn="ctr"/>
            <a:r>
              <a:rPr lang="ko-KR" altLang="en-US" dirty="0"/>
              <a:t>알람 발생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2C3C6-0268-6C83-CEBC-5FB437E6CCC4}"/>
              </a:ext>
            </a:extLst>
          </p:cNvPr>
          <p:cNvSpPr txBox="1"/>
          <p:nvPr/>
        </p:nvSpPr>
        <p:spPr>
          <a:xfrm>
            <a:off x="8940607" y="4495800"/>
            <a:ext cx="1316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2</a:t>
            </a:r>
            <a:r>
              <a:rPr lang="ko-KR" altLang="en-US" dirty="0" err="1"/>
              <a:t>번핀</a:t>
            </a:r>
            <a:r>
              <a:rPr lang="ko-KR" altLang="en-US" dirty="0"/>
              <a:t> </a:t>
            </a:r>
            <a:r>
              <a:rPr lang="ko-KR" altLang="en-US" dirty="0" err="1"/>
              <a:t>결상</a:t>
            </a:r>
            <a:endParaRPr lang="en-US" altLang="ko-KR" dirty="0"/>
          </a:p>
          <a:p>
            <a:pPr algn="ctr"/>
            <a:r>
              <a:rPr lang="ko-KR" altLang="en-US" dirty="0"/>
              <a:t>알람 발생</a:t>
            </a:r>
          </a:p>
        </p:txBody>
      </p:sp>
    </p:spTree>
    <p:extLst>
      <p:ext uri="{BB962C8B-B14F-4D97-AF65-F5344CB8AC3E}">
        <p14:creationId xmlns:p14="http://schemas.microsoft.com/office/powerpoint/2010/main" val="3360444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8D36D4-6775-CE25-140A-0F76B95BEEC4}"/>
              </a:ext>
            </a:extLst>
          </p:cNvPr>
          <p:cNvSpPr txBox="1"/>
          <p:nvPr/>
        </p:nvSpPr>
        <p:spPr>
          <a:xfrm>
            <a:off x="251927" y="289249"/>
            <a:ext cx="45493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V_fbk_FLT</a:t>
            </a:r>
            <a:r>
              <a:rPr lang="en-US" altLang="ko-KR" dirty="0"/>
              <a:t> &gt; </a:t>
            </a:r>
            <a:r>
              <a:rPr lang="en-US" altLang="ko-KR" dirty="0" err="1"/>
              <a:t>MOTOR.W_max</a:t>
            </a:r>
            <a:r>
              <a:rPr lang="en-US" altLang="ko-KR" dirty="0"/>
              <a:t> * 1.1 </a:t>
            </a:r>
            <a:r>
              <a:rPr lang="ko-KR" altLang="en-US" dirty="0"/>
              <a:t>시 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622233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A8D36D4-6775-CE25-140A-0F76B95BEEC4}"/>
              </a:ext>
            </a:extLst>
          </p:cNvPr>
          <p:cNvSpPr txBox="1"/>
          <p:nvPr/>
        </p:nvSpPr>
        <p:spPr>
          <a:xfrm>
            <a:off x="251927" y="289249"/>
            <a:ext cx="68936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Verr</a:t>
            </a:r>
            <a:r>
              <a:rPr lang="en-US" altLang="ko-KR" dirty="0"/>
              <a:t> </a:t>
            </a:r>
            <a:r>
              <a:rPr lang="ko-KR" altLang="en-US" dirty="0"/>
              <a:t>편차 </a:t>
            </a:r>
            <a:r>
              <a:rPr lang="en-US" altLang="ko-KR" dirty="0"/>
              <a:t>1600 </a:t>
            </a:r>
            <a:r>
              <a:rPr lang="ko-KR" altLang="en-US" dirty="0" err="1"/>
              <a:t>이상시</a:t>
            </a:r>
            <a:r>
              <a:rPr lang="en-US" altLang="ko-KR" dirty="0"/>
              <a:t>, </a:t>
            </a:r>
            <a:r>
              <a:rPr lang="ko-KR" altLang="en-US" dirty="0"/>
              <a:t>발생 </a:t>
            </a:r>
            <a:r>
              <a:rPr lang="en-US" altLang="ko-KR" dirty="0"/>
              <a:t>(</a:t>
            </a:r>
            <a:r>
              <a:rPr lang="ko-KR" altLang="en-US" dirty="0"/>
              <a:t>해당 알람 발생 전</a:t>
            </a:r>
            <a:r>
              <a:rPr lang="en-US" altLang="ko-KR" dirty="0"/>
              <a:t>, 0x58 </a:t>
            </a:r>
            <a:r>
              <a:rPr lang="ko-KR" altLang="en-US" dirty="0"/>
              <a:t>알람 발생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- </a:t>
            </a:r>
          </a:p>
        </p:txBody>
      </p:sp>
    </p:spTree>
    <p:extLst>
      <p:ext uri="{BB962C8B-B14F-4D97-AF65-F5344CB8AC3E}">
        <p14:creationId xmlns:p14="http://schemas.microsoft.com/office/powerpoint/2010/main" val="599973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87B1832-D02E-C967-4755-1A0DB355C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931" y="3078089"/>
            <a:ext cx="8270441" cy="22310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310277-BCE0-3B33-8857-22B5EFA2D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27" y="3003444"/>
            <a:ext cx="3115255" cy="26042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8D36D4-6775-CE25-140A-0F76B95BEEC4}"/>
              </a:ext>
            </a:extLst>
          </p:cNvPr>
          <p:cNvSpPr txBox="1"/>
          <p:nvPr/>
        </p:nvSpPr>
        <p:spPr>
          <a:xfrm>
            <a:off x="251927" y="289249"/>
            <a:ext cx="98538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시험 방법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Torque Limit</a:t>
            </a:r>
            <a:r>
              <a:rPr lang="ko-KR" altLang="en-US" dirty="0"/>
              <a:t>을 </a:t>
            </a:r>
            <a:r>
              <a:rPr lang="en-US" altLang="ko-KR" dirty="0"/>
              <a:t>20%</a:t>
            </a:r>
            <a:r>
              <a:rPr lang="ko-KR" altLang="en-US" dirty="0"/>
              <a:t>로 설정해놓고</a:t>
            </a:r>
            <a:r>
              <a:rPr lang="en-US" altLang="ko-KR" dirty="0"/>
              <a:t>, </a:t>
            </a:r>
            <a:r>
              <a:rPr lang="ko-KR" altLang="en-US" dirty="0"/>
              <a:t>모터 속도를 </a:t>
            </a:r>
            <a:r>
              <a:rPr lang="en-US" altLang="ko-KR" dirty="0"/>
              <a:t>110RPM</a:t>
            </a:r>
            <a:r>
              <a:rPr lang="ko-KR" altLang="en-US" dirty="0"/>
              <a:t>으로 회전 후</a:t>
            </a:r>
            <a:r>
              <a:rPr lang="en-US" altLang="ko-KR" dirty="0"/>
              <a:t>, </a:t>
            </a:r>
            <a:r>
              <a:rPr lang="ko-KR" altLang="en-US" dirty="0"/>
              <a:t>손으로 모터 팬 구속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시험 결과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- Motor Blocked </a:t>
            </a:r>
            <a:r>
              <a:rPr lang="ko-KR" altLang="en-US" dirty="0"/>
              <a:t>알람은 발생하지만 모터가 </a:t>
            </a:r>
            <a:r>
              <a:rPr lang="ko-KR" altLang="en-US" dirty="0" err="1"/>
              <a:t>정지하지않음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정지 후</a:t>
            </a:r>
            <a:r>
              <a:rPr lang="en-US" altLang="ko-KR" dirty="0"/>
              <a:t>, </a:t>
            </a:r>
            <a:r>
              <a:rPr lang="ko-KR" altLang="en-US" dirty="0"/>
              <a:t>재시작시 재시작 </a:t>
            </a:r>
            <a:r>
              <a:rPr lang="ko-KR" altLang="en-US" dirty="0" err="1"/>
              <a:t>되지않음</a:t>
            </a:r>
            <a:r>
              <a:rPr lang="ko-KR" altLang="en-US" dirty="0"/>
              <a:t> </a:t>
            </a:r>
            <a:r>
              <a:rPr lang="en-US" altLang="ko-KR" dirty="0"/>
              <a:t>(Motor Blocked </a:t>
            </a:r>
            <a:r>
              <a:rPr lang="ko-KR" altLang="en-US" dirty="0"/>
              <a:t>알람 정상 해제 </a:t>
            </a:r>
            <a:r>
              <a:rPr lang="en-US" altLang="ko-KR" dirty="0"/>
              <a:t>X)</a:t>
            </a:r>
          </a:p>
        </p:txBody>
      </p:sp>
    </p:spTree>
    <p:extLst>
      <p:ext uri="{BB962C8B-B14F-4D97-AF65-F5344CB8AC3E}">
        <p14:creationId xmlns:p14="http://schemas.microsoft.com/office/powerpoint/2010/main" val="1240730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297</Words>
  <Application>Microsoft Office PowerPoint</Application>
  <PresentationFormat>와이드스크린</PresentationFormat>
  <Paragraphs>44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14</cp:revision>
  <dcterms:created xsi:type="dcterms:W3CDTF">2026-04-18T12:01:48Z</dcterms:created>
  <dcterms:modified xsi:type="dcterms:W3CDTF">2026-04-18T13:04:46Z</dcterms:modified>
</cp:coreProperties>
</file>